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818387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Hull design"/>
          <p:cNvSpPr/>
          <p:nvPr/>
        </p:nvSpPr>
        <p:spPr>
          <a:xfrm>
            <a:off x="38404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Hull design"/>
          <p:cNvSpPr txBox="1"/>
          <p:nvPr/>
        </p:nvSpPr>
        <p:spPr>
          <a:xfrm>
            <a:off x="38404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Hull design"/>
          <p:cNvSpPr txBox="1"/>
          <p:nvPr/>
        </p:nvSpPr>
        <p:spPr>
          <a:xfrm>
            <a:off x="38404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design</a:t>
            </a:r>
          </a:p>
        </p:txBody>
      </p:sp>
      <p:sp>
        <p:nvSpPr>
          <p:cNvPr id="48" name="Timeline rule: Hull built"/>
          <p:cNvSpPr/>
          <p:nvPr/>
        </p:nvSpPr>
        <p:spPr>
          <a:xfrm>
            <a:off x="1569720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Hull built"/>
          <p:cNvSpPr txBox="1"/>
          <p:nvPr/>
        </p:nvSpPr>
        <p:spPr>
          <a:xfrm>
            <a:off x="1569720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25</a:t>
            </a:r>
          </a:p>
        </p:txBody>
      </p:sp>
      <p:sp>
        <p:nvSpPr>
          <p:cNvPr id="50" name="Timeline label: Hull built"/>
          <p:cNvSpPr txBox="1"/>
          <p:nvPr/>
        </p:nvSpPr>
        <p:spPr>
          <a:xfrm>
            <a:off x="1569720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built</a:t>
            </a:r>
          </a:p>
        </p:txBody>
      </p:sp>
      <p:sp>
        <p:nvSpPr>
          <p:cNvPr id="51" name="Timeline rule: Mech and electrical design frozen"/>
          <p:cNvSpPr/>
          <p:nvPr/>
        </p:nvSpPr>
        <p:spPr>
          <a:xfrm>
            <a:off x="2755392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 and electrical design frozen"/>
          <p:cNvSpPr txBox="1"/>
          <p:nvPr/>
        </p:nvSpPr>
        <p:spPr>
          <a:xfrm>
            <a:off x="2755392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Dec 1</a:t>
            </a:r>
          </a:p>
        </p:txBody>
      </p:sp>
      <p:sp>
        <p:nvSpPr>
          <p:cNvPr id="53" name="Timeline label: Mech and electrical design frozen"/>
          <p:cNvSpPr txBox="1"/>
          <p:nvPr/>
        </p:nvSpPr>
        <p:spPr>
          <a:xfrm>
            <a:off x="2755392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Mech and electrical design frozen</a:t>
            </a:r>
          </a:p>
        </p:txBody>
      </p:sp>
      <p:sp>
        <p:nvSpPr>
          <p:cNvPr id="54" name="Timeline rule: First drive"/>
          <p:cNvSpPr/>
          <p:nvPr/>
        </p:nvSpPr>
        <p:spPr>
          <a:xfrm>
            <a:off x="3941064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First drive"/>
          <p:cNvSpPr txBox="1"/>
          <p:nvPr/>
        </p:nvSpPr>
        <p:spPr>
          <a:xfrm>
            <a:off x="3941064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Jan 25</a:t>
            </a:r>
          </a:p>
        </p:txBody>
      </p:sp>
      <p:sp>
        <p:nvSpPr>
          <p:cNvPr id="56" name="Timeline label: First drive"/>
          <p:cNvSpPr txBox="1"/>
          <p:nvPr/>
        </p:nvSpPr>
        <p:spPr>
          <a:xfrm>
            <a:off x="3941064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drive</a:t>
            </a:r>
          </a:p>
        </p:txBody>
      </p:sp>
      <p:sp>
        <p:nvSpPr>
          <p:cNvPr id="57" name="Timeline rule: First fast drive"/>
          <p:cNvSpPr/>
          <p:nvPr/>
        </p:nvSpPr>
        <p:spPr>
          <a:xfrm>
            <a:off x="5126736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First fast drive"/>
          <p:cNvSpPr txBox="1"/>
          <p:nvPr/>
        </p:nvSpPr>
        <p:spPr>
          <a:xfrm>
            <a:off x="5126736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Feb 15</a:t>
            </a:r>
          </a:p>
        </p:txBody>
      </p:sp>
      <p:sp>
        <p:nvSpPr>
          <p:cNvPr id="59" name="Timeline label: First fast drive"/>
          <p:cNvSpPr txBox="1"/>
          <p:nvPr/>
        </p:nvSpPr>
        <p:spPr>
          <a:xfrm>
            <a:off x="5126736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fast drive</a:t>
            </a:r>
          </a:p>
        </p:txBody>
      </p:sp>
      <p:sp>
        <p:nvSpPr>
          <p:cNvPr id="60" name="Timeline rule: Tuning and testing"/>
          <p:cNvSpPr/>
          <p:nvPr/>
        </p:nvSpPr>
        <p:spPr>
          <a:xfrm>
            <a:off x="631240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Tuning and testing"/>
          <p:cNvSpPr txBox="1"/>
          <p:nvPr/>
        </p:nvSpPr>
        <p:spPr>
          <a:xfrm>
            <a:off x="631240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Mar 15</a:t>
            </a:r>
          </a:p>
        </p:txBody>
      </p:sp>
      <p:sp>
        <p:nvSpPr>
          <p:cNvPr id="62" name="Timeline label: Tuning and testing"/>
          <p:cNvSpPr txBox="1"/>
          <p:nvPr/>
        </p:nvSpPr>
        <p:spPr>
          <a:xfrm>
            <a:off x="631240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Tuning and testing</a:t>
            </a:r>
          </a:p>
        </p:txBody>
      </p:sp>
      <p:sp>
        <p:nvSpPr>
          <p:cNvPr id="63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65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66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67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68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69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70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